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shat bajpai" userId="0f3b809341aa5a8a" providerId="LiveId" clId="{B8363AA3-5328-3D1C-B176-F9A5A51BEEB8}"/>
    <pc:docChg chg="modSld">
      <pc:chgData name="akshat bajpai" userId="0f3b809341aa5a8a" providerId="LiveId" clId="{B8363AA3-5328-3D1C-B176-F9A5A51BEEB8}" dt="2026-03-29T16:57:33.366" v="139" actId="1076"/>
      <pc:docMkLst>
        <pc:docMk/>
      </pc:docMkLst>
      <pc:sldChg chg="modSp mod">
        <pc:chgData name="akshat bajpai" userId="0f3b809341aa5a8a" providerId="LiveId" clId="{B8363AA3-5328-3D1C-B176-F9A5A51BEEB8}" dt="2026-03-29T16:57:33.366" v="139" actId="1076"/>
        <pc:sldMkLst>
          <pc:docMk/>
          <pc:sldMk cId="2670696330" sldId="256"/>
        </pc:sldMkLst>
        <pc:spChg chg="mod">
          <ac:chgData name="akshat bajpai" userId="0f3b809341aa5a8a" providerId="LiveId" clId="{B8363AA3-5328-3D1C-B176-F9A5A51BEEB8}" dt="2026-03-29T16:57:33.366" v="139" actId="1076"/>
          <ac:spMkLst>
            <pc:docMk/>
            <pc:sldMk cId="2670696330" sldId="256"/>
            <ac:spMk id="4" creationId="{610176DA-8BC8-ACA3-6348-997E3B26A29D}"/>
          </ac:spMkLst>
        </pc:spChg>
      </pc:sldChg>
      <pc:sldChg chg="modSp mod">
        <pc:chgData name="akshat bajpai" userId="0f3b809341aa5a8a" providerId="LiveId" clId="{B8363AA3-5328-3D1C-B176-F9A5A51BEEB8}" dt="2026-03-29T16:57:28.388" v="138" actId="14100"/>
        <pc:sldMkLst>
          <pc:docMk/>
          <pc:sldMk cId="387647524" sldId="257"/>
        </pc:sldMkLst>
        <pc:spChg chg="mod">
          <ac:chgData name="akshat bajpai" userId="0f3b809341aa5a8a" providerId="LiveId" clId="{B8363AA3-5328-3D1C-B176-F9A5A51BEEB8}" dt="2026-03-29T16:57:28.388" v="138" actId="14100"/>
          <ac:spMkLst>
            <pc:docMk/>
            <pc:sldMk cId="387647524" sldId="257"/>
            <ac:spMk id="2" creationId="{5F1B6B61-80C5-8DBA-12FB-26B0B6EF7C6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AAF11-1E08-B8F9-0240-EF748CA08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0B5062-6D52-2269-267B-CC421147E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965E0-79E6-8020-D840-88C39E89C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2338A-EA38-9BF0-F843-8AD360E5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3882B-D024-EC5C-4E47-E4FD2F4CB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28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DC554-82BC-E38D-BF64-3EA4CCF12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F144B-5DBB-3BF4-82CA-5199B3F68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67F76-6C2F-ADF0-8EA4-BE9422FB6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B6F9C-4749-2683-17D1-FAF9FA65E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9F2FE-F8E9-1964-E37A-783BB3201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78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68E16-4BAD-A0E5-2DB5-2F7271163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87DE9-18DE-A34A-A5DA-8863319AF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41709A-3A0F-BC9F-EA69-8396EC81E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65F6B-9586-C041-CCD0-5E89F780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DF96E-F800-9FF5-858B-E709C52E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815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C212-23FA-4356-E029-4B958CEEC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87B6D-C5A8-7DF6-F38A-225C25B04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001C8-A042-9EE2-0033-0B1BB9AEB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312BDA-D06A-63CF-B62C-5E0E19142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67A68-3A06-DD34-23E3-06064F7EC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EA2E9-7B25-1A2E-DDE8-DA33F393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7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85FF-FADF-0200-8CFE-3A57D0B1E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C8C68-5F53-08C7-EDD1-BF1578035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4BB8D-813B-E3EF-6308-25C0915EF7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B862E1-CBB5-18A7-8307-103CD9655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03295-51FB-DBEB-9CDA-A3DDA9D40B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085B81-33C8-A014-1D54-26381220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FE97F2-6D1F-79E7-E8C6-60C9FF887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6C5AB-F512-8EC2-9B6A-20D44EE45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49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F72D8-447A-4DC3-FD1B-39A31AE6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2ECAAE-14D0-8796-B138-82CAD0E7C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003EFF-4AF4-E859-1138-86CD1FE7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2C23B4-5D78-C903-D9A3-F6F0FD4E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7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9CD8DB-EA04-A3C2-7F4A-F20D732FC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BA81F-3A45-80FB-E757-9F88F2F9D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B6E822-BB74-BD63-A4C8-1B46E269A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102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910BB-6634-6C64-7BA4-C4E50880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B24FE-738A-E836-A4CC-55C0C229B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373FE-446B-5B88-5802-E43403C15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BEF5D8-ED85-76FF-AD94-00A4A5847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D3972-2774-4C83-EE59-5A99DBE27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59396-84D7-A309-ED0A-00C7F5B17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00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BD7A4-23EC-23D0-7B86-37C0DEFC9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C58557-7BA3-05DF-714D-B2416009E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57B84-D7C2-E916-14A3-184E6AED3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CD94D-9517-9D29-9424-C446BE096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EA7716-D01E-322A-BCE5-9643ED75E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C44B5-8EB3-20F4-68DD-49178B19A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5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4B161-743D-B4C9-E2E8-CBE02F3E2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0F575-C05F-C9C5-F203-AE107F9504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C4672-AA1C-1542-D556-828671E87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DCBD1-8D98-9D48-6A49-7634BE57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31215-4D06-3038-17DD-7DDCE6F4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384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15014-454A-3AA0-142A-B0DAF5EA53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FE39AE-D35A-721F-E0E9-7ADF0FA2E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1EDD7-28D3-89DA-C502-72A88429D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F8F14-C786-7B30-AA83-15695F95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CBFE3-9920-7DB5-DE27-DCB28C913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65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32066-BF91-DB31-89AD-0AE34183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BAECE-F378-0F98-E69D-E20534221C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CAD17-4827-DFD9-0E16-ECA482A05C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013287-34FF-4909-B685-ED351224285F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1440E-2587-3E53-62BA-51A195969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1C8E2-6110-3762-2764-A095C2A50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29E7B-4AC4-4CEA-806F-C12A468F42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28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4CFD8-0A78-D798-10EC-E252FE11E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322733" cy="477837"/>
          </a:xfrm>
        </p:spPr>
        <p:txBody>
          <a:bodyPr>
            <a:normAutofit fontScale="90000"/>
          </a:bodyPr>
          <a:lstStyle/>
          <a:p>
            <a:r>
              <a:rPr lang="en-IN" dirty="0"/>
              <a:t>Task 4 – Email Etiquette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0176DA-8BC8-ACA3-6348-997E3B26A29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85333" y="2043103"/>
            <a:ext cx="982133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Dear Professor,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hope you are doing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am writing to respectfully request an extension for the submission of my assignment. Due to unforeseen circumstances, I have been unable to complete the assignment within the given deadline. I sincerely apologize for any inconvenience caused.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am committed to submitting quality work and would greatly appreciate it if you could grant me an extension of a few days. I assure you that I will utilize this additional time effectively to complete the assignment to the best of my 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 for your understanding and consideration. I look forward to your positive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Yours sincerely,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altLang="en-US" sz="1800" dirty="0">
                <a:latin typeface="Arial" panose="020B0604020202020204" pitchFamily="34" charset="0"/>
              </a:rPr>
              <a:t>Akshat </a:t>
            </a:r>
            <a:r>
              <a:rPr lang="en-IN" altLang="en-US" sz="1800" dirty="0" err="1">
                <a:latin typeface="Arial" panose="020B0604020202020204" pitchFamily="34" charset="0"/>
              </a:rPr>
              <a:t>Bajpai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Registration Number: 25B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AI10500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069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1B6B61-80C5-8DBA-12FB-26B0B6EF7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891" y="1239194"/>
            <a:ext cx="9929812" cy="47972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Dear Hiring Manager,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hope you are doing well.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am writing to express my interest in applying for an internship opportunity at your esteemed organization. I am currently a student pursuing my undergraduate studies in Computer Science, and I am eager to gain practical experience and enhance my skills in a professional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have a strong interest in learning new technologies and applying my academic knowledge to real-world projects. I am particularly interested in areas such as software development, problem-solving, and working collaboratively in a team. I am a quick learner, dedicated, and highly motivated to contribute positively to your organization.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would be grateful if you could consider my application for any suitable internship position. I am confident that this opportunity will help me grow both personally and professionally.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Thank you for your time and consideration. I look forward to your response.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Yours sincerely,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lang="en-IN" altLang="en-US" dirty="0">
                <a:latin typeface="Arial" panose="020B0604020202020204" pitchFamily="34" charset="0"/>
              </a:rPr>
              <a:t>Akshat </a:t>
            </a:r>
            <a:r>
              <a:rPr lang="en-IN" altLang="en-US" dirty="0" err="1">
                <a:latin typeface="Arial" panose="020B0604020202020204" pitchFamily="34" charset="0"/>
              </a:rPr>
              <a:t>Bajpai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Contact Number: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9201514056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Email: </a:t>
            </a: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akshatbajpai075@gmail.com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647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311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Task 4 – Email Etiquette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4 – Email Etiquette </dc:title>
  <dc:creator>Keshav Agrawal</dc:creator>
  <cp:lastModifiedBy>akshat bajpai</cp:lastModifiedBy>
  <cp:revision>2</cp:revision>
  <dcterms:created xsi:type="dcterms:W3CDTF">2026-03-29T09:30:03Z</dcterms:created>
  <dcterms:modified xsi:type="dcterms:W3CDTF">2026-03-29T16:57:35Z</dcterms:modified>
</cp:coreProperties>
</file>