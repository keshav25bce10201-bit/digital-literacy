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C68E-67E8-CAEF-ED9D-B4BDC46D2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EEB7B-CF3A-7D94-EE58-851EB34A8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71B1D-2ED8-1C4A-30DB-39245BE5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4C355-47FE-BA8B-49D5-F5FE4A90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35B9-599C-B24D-35E5-6843DD86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0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3253-5E9C-2564-072D-CAE1158A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BEA2-2AE5-40D5-BA38-C692F765B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01016-43F6-521B-C13C-74014E1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8FACD-E049-14D1-872C-49147B8B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6712-4E56-A778-7F0D-19F4DE5C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2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20BA-3898-8F21-12F5-3A2242E8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315AB-4F1F-C369-F3F1-CB6DCDAE7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ADFC6-DE80-60E3-1B3F-1BE4E42E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E61F8-36B7-D759-44FB-01E434F5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8B91-82A9-2427-7930-EDD42546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97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FA33-01DB-9DC8-EDC6-3465588E6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4CBE-BDA3-8C01-78C1-C7BAF92B1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5B20E-1919-5C77-1F85-1371535C0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2A163-489C-7C95-07D5-9D624F30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6DA48-300F-1EB6-215E-59E317CD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58B9D-18C1-B22D-923D-77511AFC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40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72D3-2774-0BA4-FFA3-322307A4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77E51-406E-176B-B91B-23182A33C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05C15-2D90-1482-5C9D-B51C5283D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56551-76A6-4F34-87EB-611A0BBA1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9C995-EBAC-2BAC-0087-58E957874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5BE80-EC08-FEEB-68B5-5DED41B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6F12D-BD74-458E-7639-9A9BA6CC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4507A-574D-89E7-D8F3-310F638B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9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352E-5A50-7B8D-B478-FC23B2DDA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41EE8-E776-5F19-7E1F-CBA809FA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B3B7F-70F4-DA25-AB37-EA59754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7F3F6-5DB4-1617-09AC-817F5B8B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70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C7E08-64A8-9881-D006-10015118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BD100-7854-D069-04C1-7CE32FFC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38D3-28B0-9C18-E440-BDA2F507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8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7208-CA1A-2A9C-EC70-B58394CF7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BFF8-9B25-BB1F-0297-76BCBE384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86623-BC24-B45B-518A-F2672B645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7E2CD-1B45-78B9-E1FB-8AFECC00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169E4-E339-B0B1-3A3C-B7D2E9C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07914-9E5F-85CC-E72A-ED90303B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23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3E00-A66C-8DA4-60E3-E3F78AC6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D800E-6DD0-974B-271E-2D8038DA2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37C63-0D39-BEA7-56A6-97DD37F11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5FB3A-D58A-378F-A78C-15B8EEC7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00C8A-E330-4E91-CCD0-6FB08AB4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760EB-8340-DF40-0410-529A69AC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85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066E-0B67-0C9F-A131-7105F2DB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4F83F-F507-5D9B-C261-141F665C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D826A-2D24-CC52-B72F-2626C1E0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BB3A2-E393-2C68-97AF-A746D871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BE793-BFA2-153A-8A4B-6FD08BC0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30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FCB72-9705-E325-4A05-8BF31682C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C4AF8-1B78-8AF7-7847-04776506A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F619-2C48-1BCA-6D95-79A7C753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D2ED-3F5A-FE35-CD58-A8001F19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BF91-A3F1-6484-82E7-DAED9011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3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1E9EA-AA4A-0AF0-AD03-D678F8865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A393D-30AA-24AC-21E4-6D199762E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8A890-BE47-F0DE-52C1-8C90166C4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7BFFA-ABB0-4990-B398-EEC4ACA3B9A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3D55B-13AC-F702-9DD2-FF16CA2A3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F9987-5BBC-E8C1-FEB6-ECFAAAC1A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5AD0F-2057-4693-A3F6-69257B63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43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461A-E61C-CA90-C640-38B705223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130830"/>
            <a:ext cx="8128000" cy="223837"/>
          </a:xfrm>
        </p:spPr>
        <p:txBody>
          <a:bodyPr>
            <a:normAutofit fontScale="90000"/>
          </a:bodyPr>
          <a:lstStyle/>
          <a:p>
            <a:r>
              <a:rPr lang="en-IN" dirty="0"/>
              <a:t>Social Media Checklist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CDA3B-97C3-D8AA-D704-4F21F6B35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67" y="1862667"/>
            <a:ext cx="11396133" cy="420793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✅ 5 Do’s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Maintain a professional profile</a:t>
            </a:r>
            <a:r>
              <a:rPr lang="en-US" dirty="0"/>
              <a:t> – Use a clear profile picture and appropriate bio.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Think before posting</a:t>
            </a:r>
            <a:r>
              <a:rPr lang="en-US" dirty="0"/>
              <a:t> – Ensure your content is respectful and appropriate.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Protect your privacy</a:t>
            </a:r>
            <a:r>
              <a:rPr lang="en-US" dirty="0"/>
              <a:t> – Keep personal information like phone number and address secure.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Engage positively</a:t>
            </a:r>
            <a:r>
              <a:rPr lang="en-US" dirty="0"/>
              <a:t> – Comment and interact in a polite and constructive manner.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Verify information before sharing</a:t>
            </a:r>
            <a:r>
              <a:rPr lang="en-US" dirty="0"/>
              <a:t> – Always check facts to avoid spreading misinformation.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❌ 5 Don’ts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Don’t share sensitive information</a:t>
            </a:r>
            <a:r>
              <a:rPr lang="en-US" dirty="0"/>
              <a:t> – Avoid posting passwords, OTPs, or personal details.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Don’t post offensive or inappropriate content</a:t>
            </a:r>
            <a:r>
              <a:rPr lang="en-US" dirty="0"/>
              <a:t> – It can harm your reputation.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Don’t engage in online arguments or cyberbullying</a:t>
            </a:r>
            <a:r>
              <a:rPr lang="en-US" dirty="0"/>
              <a:t> – Maintain respectful communication.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Don’t accept unknown friend requests blindly</a:t>
            </a:r>
            <a:r>
              <a:rPr lang="en-US" dirty="0"/>
              <a:t> – Be cautious of fake profiles.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Don’t overshare your daily activities</a:t>
            </a:r>
            <a:r>
              <a:rPr lang="en-US" dirty="0"/>
              <a:t> – It can risk your safety and privacy.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57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Social Media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 Agrawal</dc:creator>
  <cp:lastModifiedBy>Keshav Agrawal</cp:lastModifiedBy>
  <cp:revision>1</cp:revision>
  <dcterms:created xsi:type="dcterms:W3CDTF">2026-03-29T09:35:48Z</dcterms:created>
  <dcterms:modified xsi:type="dcterms:W3CDTF">2026-03-29T09:35:51Z</dcterms:modified>
</cp:coreProperties>
</file>